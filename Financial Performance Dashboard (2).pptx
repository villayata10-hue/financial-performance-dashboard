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FinancialPerformanceDashboard2/Salesbysegment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F1FE214D-29D7-4A8A-BAFD-97B65319707F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Financial Performance Dashboard (2)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264B87C4-6A62-4BCA-8E72-85FB27DD5AC9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3/2/2026 3:26:58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les by segment" id="2" name="slide2">
            <a:extLst>
              <a:ext uri="{FF2B5EF4-FFF2-40B4-BE49-F238E27FC236}">
                <a16:creationId xmlns:a16="http://schemas.microsoft.com/office/drawing/2014/main" id="{E039CBEF-58FF-41F5-B008-8D9D9DA0AD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0852"/>
            <a:ext cx="12192000" cy="5476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2026-03-02T03:26:58Z</dcterms:created>
  <dcterms:modified xsi:type="dcterms:W3CDTF">2026-03-02T03:26:58Z</dcterms:modified>
</cp:coreProperties>
</file>